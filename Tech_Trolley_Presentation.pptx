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97316"/>
                </a:solidFill>
              </a:defRPr>
            </a:pPr>
            <a:r>
              <a:t>Tech Trolley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Logistics, Asset Tracking, &amp; Process Revolution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97316"/>
                </a:solidFill>
              </a:defRPr>
            </a:pPr>
            <a:r>
              <a:t>Platform Objectives &amp; 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Digitizing legacy hardware tracking into a unified SaaS platform.</a:t>
            </a:r>
          </a:p>
          <a:p>
            <a:pPr lvl="1">
              <a:defRPr sz="1400"/>
            </a:pPr>
            <a:r>
              <a:t>  - Total Accountability: Track, maintain, and control inventory.</a:t>
            </a:r>
          </a:p>
          <a:p>
            <a:pPr lvl="1">
              <a:defRPr sz="1400"/>
            </a:pPr>
            <a:r>
              <a:t>  - Automation: QR/Barcode generation &amp; instant scanning.</a:t>
            </a:r>
          </a:p>
          <a:p>
            <a:pPr lvl="1">
              <a:defRPr sz="1400"/>
            </a:pPr>
            <a:r>
              <a:t>  - Logistics Engine: Auto-generating Delivery Challans.</a:t>
            </a:r>
          </a:p>
          <a:p>
            <a:pPr lvl="1">
              <a:defRPr sz="1400"/>
            </a:pPr>
            <a:r>
              <a:t>  - Double Verification: Scanning rules for Godown &lt;-&gt; Venue.</a:t>
            </a:r>
          </a:p>
          <a:p>
            <a:pPr lvl="1">
              <a:defRPr sz="1400"/>
            </a:pPr>
            <a:r>
              <a:t>  - Deep Analytics: Track asset usage history and depreciation.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97316"/>
                </a:solidFill>
              </a:defRPr>
            </a:pPr>
            <a:r>
              <a:t>Process Flow 1: Conference Events (Outward)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Technician places requirements digitally via the App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2148840"/>
            <a:ext cx="365760" cy="36576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Godown In-Charge receives list &amp; packs materials into Cases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3337560"/>
            <a:ext cx="365760" cy="36576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74904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System Auto-Generates 3 Delivery Challans &amp; E-Way Bills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4526280"/>
            <a:ext cx="365760" cy="36576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493776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Materials Loaded onto Trucks, Transported, &amp; Setup at 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97316"/>
                </a:solidFill>
              </a:defRPr>
            </a:pPr>
            <a:r>
              <a:t>Process Flow 1: Conference Events (Return)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Event Over: Technician counts &amp; verifies materials via Mobile App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2148840"/>
            <a:ext cx="365760" cy="36576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6. Office generates Return E-Way Bill (if venue &gt; 25km)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3337560"/>
            <a:ext cx="365760" cy="36576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74904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7. Return to Godown: Godown In-Charge does final strict scan-in count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4526280"/>
            <a:ext cx="365760" cy="36576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4937760"/>
            <a:ext cx="7315200" cy="731520"/>
          </a:xfrm>
          <a:prstGeom prst="roundRect">
            <a:avLst/>
          </a:prstGeom>
          <a:solidFill>
            <a:srgbClr val="10B98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8. Delivery Challan Officially Closed &amp; Sent to Accounts for Invoice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97316"/>
                </a:solidFill>
              </a:defRPr>
            </a:pPr>
            <a:r>
              <a:t>Process Flow 2: Direct Rental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Technician Places Rental Requirement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2148840"/>
            <a:ext cx="365760" cy="36576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Godown packs items &amp; Generates Direct Delivery Challans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3337560"/>
            <a:ext cx="365760" cy="36576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749040"/>
            <a:ext cx="731520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Assets handed directly to Customer at Godown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4526280"/>
            <a:ext cx="365760" cy="36576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4937760"/>
            <a:ext cx="7315200" cy="731520"/>
          </a:xfrm>
          <a:prstGeom prst="roundRect">
            <a:avLst/>
          </a:prstGeom>
          <a:solidFill>
            <a:srgbClr val="10B98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Return Condition Inspected =&gt; Invoice Generated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97316"/>
                </a:solidFill>
              </a:defRPr>
            </a:pPr>
            <a:r>
              <a:t>Exception Solution: Consumables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Problem: We cannot use QR codes to track how much battery or tape comes back.</a:t>
            </a:r>
          </a:p>
          <a:p>
            <a:pPr>
              <a:defRPr sz="1600"/>
            </a:pPr>
            <a:r>
              <a:t>System Implementation:</a:t>
            </a:r>
          </a:p>
          <a:p>
            <a:pPr lvl="1">
              <a:defRPr sz="1400"/>
            </a:pPr>
            <a:r>
              <a:t>  - The Inventory Engine will get a 'Consumable' toggle switch.</a:t>
            </a:r>
          </a:p>
          <a:p>
            <a:pPr lvl="1">
              <a:defRPr sz="1400"/>
            </a:pPr>
            <a:r>
              <a:t>  - When Scanning Out: Workers bypass the scanner and simply type the Quantity taken.</a:t>
            </a:r>
          </a:p>
          <a:p>
            <a:pPr lvl="1">
              <a:defRPr sz="1400"/>
            </a:pPr>
            <a:r>
              <a:t>  - When Packing Up: The Venue Supervisor types the exact remaining Quantity left.</a:t>
            </a:r>
          </a:p>
          <a:p>
            <a:pPr lvl="1">
              <a:defRPr sz="1400"/>
            </a:pPr>
            <a:r>
              <a:t>  - When Inwarding: Godown confirms the leftover amount. The system instantly calculates the exact consumption and routes it to billing.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97316"/>
                </a:solidFill>
              </a:defRPr>
            </a:pPr>
            <a:r>
              <a:t>Exception Solutions: Logistics &amp;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Site-to-Site Transfer</a:t>
            </a:r>
          </a:p>
          <a:p>
            <a:pPr lvl="1">
              <a:defRPr sz="1400"/>
            </a:pPr>
            <a:r>
              <a:t>  - Problem: Materials moving directly between venues.</a:t>
            </a:r>
          </a:p>
          <a:p>
            <a:pPr lvl="1">
              <a:defRPr sz="1400"/>
            </a:pPr>
            <a:r>
              <a:t>  - Implementation: The App allows an 'Asset Handshake'. Tech A scans gear mapping it to 'Conference B'. The system shifts liability to Tech B, bypassing Godown entirely.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Service &amp; Defect Tracking</a:t>
            </a:r>
          </a:p>
          <a:p>
            <a:pPr lvl="1">
              <a:defRPr sz="1400"/>
            </a:pPr>
            <a:r>
              <a:t>  - Problem: Broken materials on-site.</a:t>
            </a:r>
          </a:p>
          <a:p>
            <a:pPr lvl="1">
              <a:defRPr sz="1400"/>
            </a:pPr>
            <a:r>
              <a:t>  - Implementation: Technicians hit 'Flag Defective' during return scanning. The asset is removed from the Godown Available Pool and locked inside a 'Maintenance Queue'.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97316"/>
                </a:solidFill>
              </a:defRPr>
            </a:pPr>
            <a:r>
              <a:t>Exception Solutions: Loans &amp; EOL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Demo &amp; Third-Party Services</a:t>
            </a:r>
          </a:p>
          <a:p>
            <a:pPr lvl="1">
              <a:defRPr sz="1400"/>
            </a:pPr>
            <a:r>
              <a:t>  - Implementation: We create 'Internal' conferences in the database. This allows Godown to generate standard Delivery Challans (zero value) so Gate passes still work flawlessly without alerting financial accounts.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End of Life / Scrapping</a:t>
            </a:r>
          </a:p>
          <a:p>
            <a:pPr lvl="1">
              <a:defRPr sz="1400"/>
            </a:pPr>
            <a:r>
              <a:t>  - Problem: We need to remove destroyed items without losing historical invoices.</a:t>
            </a:r>
          </a:p>
          <a:p>
            <a:pPr lvl="1">
              <a:defRPr sz="1400"/>
            </a:pPr>
            <a:r>
              <a:t>  - Implementation: Assets are flagged 'Retired'. They disappear from Godown views but remain strictly in the Web Dashboard's historical logs for Depreciation and ROI math.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97316"/>
                </a:solidFill>
              </a:defRPr>
            </a:pPr>
            <a:r>
              <a:t>Ready for Deployment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2 Commences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