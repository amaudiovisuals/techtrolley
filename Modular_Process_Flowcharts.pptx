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97316"/>
                </a:solidFill>
              </a:defRPr>
            </a:pPr>
            <a:r>
              <a:t>Tech Trolley System Process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Modular Diagrams for Operations &amp; Exceptions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1: Main Outward Flow (Godown to Venue)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Admin: Create Conference &amp; Assign In-Charge Technician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Tech: Login, View Assignment, Submit Requirements Digitally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33756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Godown: Receives List &amp; Packs Materials into Cases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443484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System: Auto-Generates 3 Delivery Challans &amp; E-Way Bills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9120" y="553212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585216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Logistics: Load Trucks, Transport, Setup at 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2: Main Return Flow (Venue to Accounts)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Venue: Event Conclusion, Tech Counts &amp; Verifies via App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Office: Generate Return E-Way Bill (if &gt; 25km)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33756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Logistics: Return Transport to Godown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443484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Godown: Final Strict Scan-In Count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9120" y="5532120"/>
            <a:ext cx="36576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5852160"/>
            <a:ext cx="73152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System &amp; Accounts: Close Challan &amp; Generate Final Invoice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3.1: Asset Transfer (Site-to-Site)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Tech A (Conference 1) initiates 'Asset Handshake'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8651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Tech B (Conference 2) Scans Assets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64236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2672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System: Liability Shifts to Tech B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504444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669280"/>
            <a:ext cx="73152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Bypass Godown Entirely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3.2: Service &amp; Defect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Tech Identifies Broken Item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8651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Tech Flags as 'Defective' in Mobile App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64236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2672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System: Locks Asset in 'Maintenance Queue'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504444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66928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Removed from Available Godown Pool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3.3: End of Life / Scrapping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Identify Destroyed Asset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8651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Flag as 'Expired/Retired'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64236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2672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Hidden from Godown Views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504444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66928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Retained in Dashboard for ROI/Depreciation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4.1: Consumables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Scan Out: Worker Bypasses Scanner, Manually Types Qty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8651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Packing Up: Venue Supervisor Types Remaining Qty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64236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2672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Inwarding: Godown Confirms Leftover Amount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504444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669280"/>
            <a:ext cx="73152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System Calculates Exact Consumption for Billing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4.2: Demo &amp; Internal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Start: Define as 'Internal' Conference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8651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System: Generates Zero-Value Delivery Challan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64236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2672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Gate Pass: Works Normally (Security satisfied)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5044440"/>
            <a:ext cx="365760" cy="5791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669280"/>
            <a:ext cx="73152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Finance: Bypassed strictly for Accounts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4.3: External Rental (3rd Party)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Admin Manually Types Items in Rental Asset List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12801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Rented Items get printed on Delivery Challan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4343400"/>
            <a:ext cx="365760" cy="12801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669279"/>
            <a:ext cx="73152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Items Bypass the Godown QR Crosscheck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97316"/>
                </a:solidFill>
              </a:defRPr>
            </a:pPr>
            <a:r>
              <a:t>Fig 4.4: Personal Assets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Technician Requests Personal Asset from Inventory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240280"/>
            <a:ext cx="365760" cy="12801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Admin Marks Asset as 'Taken' along with Technician's Name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4343400"/>
            <a:ext cx="365760" cy="12801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669279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Asset Status Tracked in Inventory Audit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